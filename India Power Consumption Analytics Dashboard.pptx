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001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72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218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20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104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211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10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4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381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55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186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7939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190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928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674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284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59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717DEFA-3403-4E4E-A0EC-12514F390CBC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9E00409-7DBF-448F-AD08-C91A82921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183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E6AC-87EC-C5BA-48A9-699BDA3E5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0313"/>
            <a:ext cx="12192000" cy="97030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Centaur" panose="02030504050205020304" pitchFamily="18" charset="0"/>
              </a:rPr>
              <a:t>India Power Consumption Analytics Dashboard</a:t>
            </a:r>
            <a:endParaRPr lang="en-IN" sz="6000" dirty="0">
              <a:latin typeface="Centaur" panose="020305040502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8A1DD-F003-877F-FBE9-891FE2015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1012" y="5444745"/>
            <a:ext cx="3370463" cy="1202942"/>
          </a:xfrm>
        </p:spPr>
        <p:txBody>
          <a:bodyPr/>
          <a:lstStyle/>
          <a:p>
            <a:pPr algn="r"/>
            <a:r>
              <a:rPr lang="en-IN" sz="2000" dirty="0">
                <a:solidFill>
                  <a:schemeClr val="tx1"/>
                </a:solidFill>
              </a:rPr>
              <a:t>ALAN BIJU MATHEW</a:t>
            </a:r>
          </a:p>
          <a:p>
            <a:pPr algn="r"/>
            <a:r>
              <a:rPr lang="en-IN" sz="2000" dirty="0">
                <a:solidFill>
                  <a:schemeClr val="tx1"/>
                </a:solidFill>
              </a:rPr>
              <a:t>DATA SCIENCE</a:t>
            </a:r>
          </a:p>
          <a:p>
            <a:pPr algn="r"/>
            <a:r>
              <a:rPr lang="en-IN" sz="2000" dirty="0">
                <a:solidFill>
                  <a:schemeClr val="tx1"/>
                </a:solidFill>
              </a:rPr>
              <a:t>TECHOLAS TECHNOLOGIES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CD8CE3-0B2D-BF57-5CCE-20DEF64DB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0618"/>
            <a:ext cx="4495800" cy="567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6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1A803-EF3F-FA42-224B-7FEED46B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anose="02030504050205020304" pitchFamily="18" charset="0"/>
              </a:rPr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271C-8D5F-964D-D978-54C57FFE0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115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This project analyzes electricity consumption across India using Power BI.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US" sz="2400" dirty="0"/>
              <a:t>The dashboard provides interactive insights into power usage by:</a:t>
            </a:r>
          </a:p>
          <a:p>
            <a:r>
              <a:rPr lang="en-US" sz="2400" dirty="0"/>
              <a:t>Region </a:t>
            </a:r>
          </a:p>
          <a:p>
            <a:r>
              <a:rPr lang="en-US" sz="2400" dirty="0"/>
              <a:t>State </a:t>
            </a:r>
          </a:p>
          <a:p>
            <a:r>
              <a:rPr lang="en-US" sz="2400" dirty="0"/>
              <a:t>Day </a:t>
            </a:r>
          </a:p>
          <a:p>
            <a:r>
              <a:rPr lang="en-US" sz="2400" dirty="0"/>
              <a:t>Month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aim is to convert raw data into meaningful visual insights.</a:t>
            </a:r>
          </a:p>
        </p:txBody>
      </p:sp>
    </p:spTree>
    <p:extLst>
      <p:ext uri="{BB962C8B-B14F-4D97-AF65-F5344CB8AC3E}">
        <p14:creationId xmlns:p14="http://schemas.microsoft.com/office/powerpoint/2010/main" val="2905891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6696-4EAC-BD38-E03D-C2F120F9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anose="020305040502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7E794-C61E-03C9-177A-FB72AFDFE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2831042"/>
          </a:xfrm>
        </p:spPr>
        <p:txBody>
          <a:bodyPr/>
          <a:lstStyle/>
          <a:p>
            <a:r>
              <a:rPr lang="en-US" sz="2400" dirty="0"/>
              <a:t>Analyze India's power consumption </a:t>
            </a:r>
          </a:p>
          <a:p>
            <a:r>
              <a:rPr lang="en-US" sz="2400" dirty="0"/>
              <a:t>Compare state-wise usage </a:t>
            </a:r>
          </a:p>
          <a:p>
            <a:r>
              <a:rPr lang="en-US" sz="2400" dirty="0"/>
              <a:t>Identify highest &amp; lowest consumption </a:t>
            </a:r>
          </a:p>
          <a:p>
            <a:r>
              <a:rPr lang="en-US" sz="2400" dirty="0"/>
              <a:t>Study monthly trend </a:t>
            </a:r>
          </a:p>
          <a:p>
            <a:r>
              <a:rPr lang="en-US" sz="2400" dirty="0"/>
              <a:t>Study daily trend </a:t>
            </a:r>
          </a:p>
          <a:p>
            <a:r>
              <a:rPr lang="en-US" sz="2400" dirty="0"/>
              <a:t>Create interactive dashboard </a:t>
            </a:r>
          </a:p>
        </p:txBody>
      </p:sp>
    </p:spTree>
    <p:extLst>
      <p:ext uri="{BB962C8B-B14F-4D97-AF65-F5344CB8AC3E}">
        <p14:creationId xmlns:p14="http://schemas.microsoft.com/office/powerpoint/2010/main" val="10931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E8AC1-D88A-3625-6BDD-5E360431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5542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anose="02030504050205020304" pitchFamily="18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C6FE1-47D4-1419-8946-5FC99A0A5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692"/>
            <a:ext cx="10515600" cy="45413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dataset contains:</a:t>
            </a:r>
          </a:p>
          <a:p>
            <a:r>
              <a:rPr lang="en-US" sz="2400" dirty="0"/>
              <a:t>Region </a:t>
            </a:r>
          </a:p>
          <a:p>
            <a:r>
              <a:rPr lang="en-US" sz="2400" dirty="0"/>
              <a:t>State </a:t>
            </a:r>
          </a:p>
          <a:p>
            <a:r>
              <a:rPr lang="en-US" sz="2400" dirty="0"/>
              <a:t>Day </a:t>
            </a:r>
          </a:p>
          <a:p>
            <a:r>
              <a:rPr lang="en-US" sz="2400" dirty="0"/>
              <a:t>Month </a:t>
            </a:r>
          </a:p>
          <a:p>
            <a:r>
              <a:rPr lang="en-US" sz="2400" dirty="0"/>
              <a:t>Power Consumption </a:t>
            </a:r>
          </a:p>
          <a:p>
            <a:r>
              <a:rPr lang="en-US" sz="2400" dirty="0"/>
              <a:t>Average Usage </a:t>
            </a:r>
          </a:p>
          <a:p>
            <a:r>
              <a:rPr lang="en-US" sz="2400" dirty="0"/>
              <a:t>Minimum Usage </a:t>
            </a:r>
          </a:p>
          <a:p>
            <a:r>
              <a:rPr lang="en-US" sz="2400" dirty="0"/>
              <a:t>Maximum Usage </a:t>
            </a:r>
          </a:p>
          <a:p>
            <a:pPr marL="0" indent="0">
              <a:buNone/>
            </a:pPr>
            <a:r>
              <a:rPr lang="en-US" sz="2400" dirty="0"/>
              <a:t>This data is used to build 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287464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C18D-73D1-AA57-F4CA-5A2ADA6FE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3142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anose="02030504050205020304" pitchFamily="18" charset="0"/>
              </a:rPr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7B2B6-E845-3BBA-E82D-48048387D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0558"/>
            <a:ext cx="10515600" cy="2746375"/>
          </a:xfrm>
        </p:spPr>
        <p:txBody>
          <a:bodyPr>
            <a:normAutofit/>
          </a:bodyPr>
          <a:lstStyle/>
          <a:p>
            <a:r>
              <a:rPr lang="en-IN" sz="2400" dirty="0"/>
              <a:t>Power BI Desktop </a:t>
            </a:r>
          </a:p>
          <a:p>
            <a:r>
              <a:rPr lang="en-IN" sz="2400" dirty="0"/>
              <a:t>Excel / CSV Dataset </a:t>
            </a:r>
          </a:p>
          <a:p>
            <a:r>
              <a:rPr lang="en-IN" sz="2400" dirty="0"/>
              <a:t>Data Cleaning </a:t>
            </a:r>
          </a:p>
          <a:p>
            <a:r>
              <a:rPr lang="en-IN" sz="2400" dirty="0"/>
              <a:t>Data </a:t>
            </a:r>
            <a:r>
              <a:rPr lang="en-IN" sz="2400" dirty="0" err="1"/>
              <a:t>Modeling</a:t>
            </a:r>
            <a:r>
              <a:rPr lang="en-IN" sz="2400" dirty="0"/>
              <a:t> </a:t>
            </a:r>
          </a:p>
          <a:p>
            <a:r>
              <a:rPr lang="en-IN" sz="2400" dirty="0"/>
              <a:t>DAX Measures </a:t>
            </a:r>
          </a:p>
          <a:p>
            <a:r>
              <a:rPr lang="en-IN" sz="2400" dirty="0"/>
              <a:t>Data Visualization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ECB16E-23DC-0DC9-BB26-2D1982DE27BF}"/>
              </a:ext>
            </a:extLst>
          </p:cNvPr>
          <p:cNvSpPr txBox="1"/>
          <p:nvPr/>
        </p:nvSpPr>
        <p:spPr>
          <a:xfrm>
            <a:off x="838201" y="3959223"/>
            <a:ext cx="10515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anose="02030504050205020304" pitchFamily="18" charset="0"/>
              </a:rPr>
              <a:t>Data Preprocessing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6A0B9-B299-2D31-DAB9-C984DE0FF239}"/>
              </a:ext>
            </a:extLst>
          </p:cNvPr>
          <p:cNvSpPr txBox="1"/>
          <p:nvPr/>
        </p:nvSpPr>
        <p:spPr>
          <a:xfrm>
            <a:off x="838200" y="4799399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Check null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Name correction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Created calculated measures</a:t>
            </a:r>
          </a:p>
        </p:txBody>
      </p:sp>
    </p:spTree>
    <p:extLst>
      <p:ext uri="{BB962C8B-B14F-4D97-AF65-F5344CB8AC3E}">
        <p14:creationId xmlns:p14="http://schemas.microsoft.com/office/powerpoint/2010/main" val="3063608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DA17-2A66-D076-04BF-CA2EDC4D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33" y="85197"/>
            <a:ext cx="11353800" cy="693208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anose="02030504050205020304" pitchFamily="18" charset="0"/>
              </a:rPr>
              <a:t>DASHBOARD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A894B-5DC0-B1BD-BA09-8AA93267C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33" y="778405"/>
            <a:ext cx="11353800" cy="5927195"/>
          </a:xfrm>
        </p:spPr>
        <p:txBody>
          <a:bodyPr>
            <a:normAutofit/>
          </a:bodyPr>
          <a:lstStyle/>
          <a:p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KPI Overview</a:t>
            </a:r>
            <a:br>
              <a:rPr lang="en-US" sz="2400" dirty="0"/>
            </a:br>
            <a:r>
              <a:rPr lang="en-US" sz="2400" dirty="0"/>
              <a:t>The top KPI cards provide a quick summary of the dataset including total regions, states, total consumption, average usage, minimum usage, and maximum usage. These metrics help understand overall electricity consumption.</a:t>
            </a:r>
          </a:p>
          <a:p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Daily &amp; Monthly Consumption</a:t>
            </a:r>
            <a:br>
              <a:rPr lang="en-US" sz="2400" dirty="0"/>
            </a:br>
            <a:r>
              <a:rPr lang="en-US" sz="2400" dirty="0"/>
              <a:t>The line chart shows daily power usage trends and identifies fluctuations across days.</a:t>
            </a:r>
            <a:br>
              <a:rPr lang="en-US" sz="2400" dirty="0"/>
            </a:br>
            <a:r>
              <a:rPr lang="en-US" sz="2400" dirty="0"/>
              <a:t>The monthly bar chart compares electricity consumption across different months and highlights peak demand periods.</a:t>
            </a:r>
          </a:p>
          <a:p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 &amp; Region Analysis</a:t>
            </a:r>
            <a:br>
              <a:rPr lang="en-US" sz="2400" dirty="0"/>
            </a:br>
            <a:r>
              <a:rPr lang="en-US" sz="2400" dirty="0"/>
              <a:t>The top states chart identifies high electricity consuming states such as Maharashtra, Gujarat, and Tamil Nadu.</a:t>
            </a:r>
            <a:br>
              <a:rPr lang="en-US" sz="2400" dirty="0"/>
            </a:br>
            <a:r>
              <a:rPr lang="en-US" sz="2400" dirty="0"/>
              <a:t>The region-wise donut chart compares consumption across West, North, South, East, and Northeast regions.</a:t>
            </a:r>
          </a:p>
          <a:p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 Visualization</a:t>
            </a:r>
            <a:br>
              <a:rPr lang="en-US" sz="2400" dirty="0"/>
            </a:br>
            <a:r>
              <a:rPr lang="en-US" sz="2400" dirty="0"/>
              <a:t>The map visual displays state-wise power consumption geographically across India, helping identify location-based demand.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296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FFDDCB-2188-1431-FC3B-2BE650CA2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114300"/>
            <a:ext cx="119919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150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A08FE-FCA7-3E8E-099A-77BEF5EAD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anose="02030504050205020304" pitchFamily="18" charset="0"/>
              </a:rPr>
              <a:t>KEY INSIGHTS &amp; PROJECT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E2CBA-8D98-4839-3FA5-17075D6EB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48045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Insights</a:t>
            </a:r>
            <a:endParaRPr lang="en-US" sz="26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600" dirty="0"/>
              <a:t>West region has the highest power consumption </a:t>
            </a:r>
          </a:p>
          <a:p>
            <a:r>
              <a:rPr lang="en-US" sz="2600" dirty="0"/>
              <a:t>Maharashtra consumes the most electricity </a:t>
            </a:r>
          </a:p>
          <a:p>
            <a:r>
              <a:rPr lang="en-US" sz="2600" dirty="0"/>
              <a:t>Daily power usage shows noticeable fluctuations </a:t>
            </a:r>
          </a:p>
          <a:p>
            <a:r>
              <a:rPr lang="en-US" sz="2600" dirty="0"/>
              <a:t>Monthly consumption peaks in early months </a:t>
            </a:r>
          </a:p>
          <a:p>
            <a:r>
              <a:rPr lang="en-US" sz="2600" dirty="0"/>
              <a:t>Northeast region has the lowest usage </a:t>
            </a:r>
          </a:p>
          <a:p>
            <a:pPr marL="0" indent="0">
              <a:buNone/>
            </a:pPr>
            <a:r>
              <a:rPr lang="en-US" sz="2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Benefits</a:t>
            </a:r>
            <a:endParaRPr lang="en-US" sz="26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600" dirty="0"/>
              <a:t>Helps in effective power planning </a:t>
            </a:r>
          </a:p>
          <a:p>
            <a:r>
              <a:rPr lang="en-US" sz="2600" dirty="0"/>
              <a:t>Identifies high demand areas </a:t>
            </a:r>
          </a:p>
          <a:p>
            <a:r>
              <a:rPr lang="en-US" sz="2600" dirty="0"/>
              <a:t>Improves energy distribution decisions </a:t>
            </a:r>
          </a:p>
          <a:p>
            <a:r>
              <a:rPr lang="en-US" sz="2600" dirty="0"/>
              <a:t>Supports government policy planning </a:t>
            </a:r>
          </a:p>
          <a:p>
            <a:r>
              <a:rPr lang="en-US" sz="2600" dirty="0"/>
              <a:t>Useful for business energy forecasting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7516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4DE1E-0757-BD14-1A27-1C0976EFE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1225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anose="020305040502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ECEE5-680C-7190-FC46-4C3AC8A4A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000"/>
            <a:ext cx="10515600" cy="175577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This dashboard provides a complete analysis of India's power consumption.</a:t>
            </a:r>
            <a:br>
              <a:rPr lang="en-US" sz="2400" dirty="0"/>
            </a:br>
            <a:r>
              <a:rPr lang="en-US" sz="2400" dirty="0"/>
              <a:t>Using Power BI, raw data is transformed into meaningful insights.</a:t>
            </a:r>
            <a:br>
              <a:rPr lang="en-US" sz="2400" dirty="0"/>
            </a:br>
            <a:r>
              <a:rPr lang="en-US" sz="2400" dirty="0"/>
              <a:t>This helps decision-making and energy planning.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758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AA323-4DF5-A271-3E59-995E1857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7559"/>
            <a:ext cx="10515600" cy="1462882"/>
          </a:xfrm>
        </p:spPr>
        <p:txBody>
          <a:bodyPr>
            <a:normAutofit/>
          </a:bodyPr>
          <a:lstStyle/>
          <a:p>
            <a:pPr algn="ctr"/>
            <a:r>
              <a:rPr lang="en-IN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anose="02030504050205020304" pitchFamily="18" charset="0"/>
              </a:rPr>
              <a:t>THANK YOU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43D0D6-EA54-179F-1B78-FD6A86D00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5550"/>
            <a:ext cx="121920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42445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40</TotalTime>
  <Words>365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Centaur</vt:lpstr>
      <vt:lpstr>Corbel</vt:lpstr>
      <vt:lpstr>Depth</vt:lpstr>
      <vt:lpstr>India Power Consumption Analytics Dashboard</vt:lpstr>
      <vt:lpstr>PROJECT INTRODUCTION</vt:lpstr>
      <vt:lpstr>OBJECTIVES</vt:lpstr>
      <vt:lpstr>Dataset Description</vt:lpstr>
      <vt:lpstr>Tools Used</vt:lpstr>
      <vt:lpstr>DASHBOARD ANALYSIS </vt:lpstr>
      <vt:lpstr>PowerPoint Presentation</vt:lpstr>
      <vt:lpstr>KEY INSIGHTS &amp; PROJECT BENEFITS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BIJU</dc:creator>
  <cp:lastModifiedBy>ALAN BIJU</cp:lastModifiedBy>
  <cp:revision>1</cp:revision>
  <dcterms:created xsi:type="dcterms:W3CDTF">2026-04-18T17:32:41Z</dcterms:created>
  <dcterms:modified xsi:type="dcterms:W3CDTF">2026-04-18T18:13:37Z</dcterms:modified>
</cp:coreProperties>
</file>